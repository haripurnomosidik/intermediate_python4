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32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8" r:id="rId13"/>
    <p:sldId id="267" r:id="rId14"/>
    <p:sldId id="266" r:id="rId15"/>
    <p:sldId id="269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5A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70" d="100"/>
          <a:sy n="70" d="100"/>
        </p:scale>
        <p:origin x="714" y="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970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8546332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820929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460483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3137697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4023740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6988144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98970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6104110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336762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0522782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2442948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842296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84212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95950872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45250715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36140316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185939301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248709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9378578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02086747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32876970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447940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98056A4F-E2F7-4337-97A2-4BDF2291420F}" type="datetimeFigureOut">
              <a:rPr lang="en-ID" smtClean="0"/>
              <a:t>07/03/2021</a:t>
            </a:fld>
            <a:endParaRPr lang="en-ID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D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C6D3471-8199-4371-9264-19EF270AF278}" type="slidenum">
              <a:rPr lang="en-ID" smtClean="0"/>
              <a:t>‹#›</a:t>
            </a:fld>
            <a:endParaRPr lang="en-ID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92812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CAA693-E725-475C-9E34-1715EC04DA4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97280" y="1879092"/>
            <a:ext cx="10058400" cy="2189988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AI Mentorship</a:t>
            </a:r>
            <a:br>
              <a:rPr lang="en-US" dirty="0"/>
            </a:br>
            <a:r>
              <a:rPr lang="en-US" dirty="0"/>
              <a:t>Intermediate Python</a:t>
            </a:r>
            <a:endParaRPr lang="en-ID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E19E6AC-1B51-4E8C-8757-58049D19BE4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800" dirty="0"/>
              <a:t>FINAL PROJECT</a:t>
            </a:r>
            <a:endParaRPr lang="en-ID" sz="4800" dirty="0"/>
          </a:p>
        </p:txBody>
      </p:sp>
    </p:spTree>
    <p:extLst>
      <p:ext uri="{BB962C8B-B14F-4D97-AF65-F5344CB8AC3E}">
        <p14:creationId xmlns:p14="http://schemas.microsoft.com/office/powerpoint/2010/main" val="16212062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B42EF0-460D-4881-9BA8-6EAC1A30D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/>
              <a:t>DATASET A</a:t>
            </a:r>
            <a:endParaRPr lang="en-ID" b="1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559BD4E-97B4-4106-8059-75183A2BA9E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7280" y="2314135"/>
            <a:ext cx="5905500" cy="2200275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0DCCF18-EAF6-4E50-BB69-E82F804265E7}"/>
              </a:ext>
            </a:extLst>
          </p:cNvPr>
          <p:cNvSpPr txBox="1">
            <a:spLocks/>
          </p:cNvSpPr>
          <p:nvPr/>
        </p:nvSpPr>
        <p:spPr>
          <a:xfrm>
            <a:off x="7002780" y="2314135"/>
            <a:ext cx="4335780" cy="2200276"/>
          </a:xfrm>
          <a:prstGeom prst="rect">
            <a:avLst/>
          </a:prstGeom>
          <a:solidFill>
            <a:srgbClr val="FF5A60">
              <a:alpha val="23922"/>
            </a:srgbClr>
          </a:solidFill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000" noProof="1"/>
              <a:t>Airbnb, Inc. adalah perusahaan pasar online persewaan liburan Amerika yang berbasis di San Francisco, California.  </a:t>
            </a:r>
          </a:p>
          <a:p>
            <a:pPr algn="just"/>
            <a:endParaRPr lang="en-US" sz="2000" noProof="1"/>
          </a:p>
          <a:p>
            <a:pPr algn="just"/>
            <a:r>
              <a:rPr lang="en-US" sz="2000" noProof="1"/>
              <a:t>Airbnb mengelola dan menyelenggarakan pasar, yang dapat diakses oleh konsumen di situs webnya atau melalui aplikasi.</a:t>
            </a:r>
          </a:p>
          <a:p>
            <a:pPr algn="just"/>
            <a:endParaRPr lang="en-US" sz="2000" noProof="1"/>
          </a:p>
        </p:txBody>
      </p:sp>
    </p:spTree>
    <p:extLst>
      <p:ext uri="{BB962C8B-B14F-4D97-AF65-F5344CB8AC3E}">
        <p14:creationId xmlns:p14="http://schemas.microsoft.com/office/powerpoint/2010/main" val="847536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1. What inside this “Airbnb” dataset ?</a:t>
            </a:r>
            <a:endParaRPr lang="en-ID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BAB5E7A-7725-436F-BAE5-500F5A4BE89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23006" y="1846263"/>
            <a:ext cx="7206314" cy="4022725"/>
          </a:xfrm>
        </p:spPr>
      </p:pic>
    </p:spTree>
    <p:extLst>
      <p:ext uri="{BB962C8B-B14F-4D97-AF65-F5344CB8AC3E}">
        <p14:creationId xmlns:p14="http://schemas.microsoft.com/office/powerpoint/2010/main" val="13498591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AF17E7-61A5-4D9F-91F4-F3E16A4431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dirty="0"/>
              <a:t>2. </a:t>
            </a:r>
            <a:r>
              <a:rPr lang="en-ID" dirty="0"/>
              <a:t>Properties in each column 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9F1B4FA-5B92-440C-A830-55C91E0B566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1862984"/>
            <a:ext cx="3160613" cy="4297664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A684F945-F412-4F28-8A28-7781B477D7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7034" y="1874398"/>
            <a:ext cx="2847975" cy="4286250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7751E579-180F-48D2-AF72-886CD4A3D1CB}"/>
              </a:ext>
            </a:extLst>
          </p:cNvPr>
          <p:cNvSpPr txBox="1">
            <a:spLocks/>
          </p:cNvSpPr>
          <p:nvPr/>
        </p:nvSpPr>
        <p:spPr>
          <a:xfrm>
            <a:off x="8027472" y="2278550"/>
            <a:ext cx="3128208" cy="3029803"/>
          </a:xfrm>
          <a:prstGeom prst="rect">
            <a:avLst/>
          </a:prstGeom>
        </p:spPr>
        <p:txBody>
          <a:bodyPr vert="horz" lIns="91440" tIns="45720" rIns="91440" bIns="45720" rtlCol="0" anchor="b">
            <a:normAutofit lnSpcReduction="100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20000"/>
              </a:lnSpc>
            </a:pPr>
            <a:r>
              <a:rPr lang="en-US" sz="2800" dirty="0"/>
              <a:t>With,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16 Columns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48895 Rows</a:t>
            </a:r>
          </a:p>
          <a:p>
            <a:pPr>
              <a:lnSpc>
                <a:spcPct val="120000"/>
              </a:lnSpc>
            </a:pPr>
            <a:endParaRPr lang="en-US" sz="2800" dirty="0"/>
          </a:p>
          <a:p>
            <a:pPr>
              <a:lnSpc>
                <a:spcPct val="120000"/>
              </a:lnSpc>
            </a:pPr>
            <a:r>
              <a:rPr lang="en-US" sz="2800" dirty="0"/>
              <a:t>Range Index,</a:t>
            </a:r>
          </a:p>
          <a:p>
            <a:pPr>
              <a:lnSpc>
                <a:spcPct val="120000"/>
              </a:lnSpc>
            </a:pPr>
            <a:r>
              <a:rPr lang="en-US" sz="2800" dirty="0"/>
              <a:t>from 0 to 48894</a:t>
            </a:r>
            <a:endParaRPr lang="en-ID" sz="2800" dirty="0"/>
          </a:p>
        </p:txBody>
      </p:sp>
    </p:spTree>
    <p:extLst>
      <p:ext uri="{BB962C8B-B14F-4D97-AF65-F5344CB8AC3E}">
        <p14:creationId xmlns:p14="http://schemas.microsoft.com/office/powerpoint/2010/main" val="28651744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332720" cy="1450757"/>
          </a:xfrm>
        </p:spPr>
        <p:txBody>
          <a:bodyPr/>
          <a:lstStyle/>
          <a:p>
            <a:r>
              <a:rPr lang="en-US" dirty="0"/>
              <a:t>3. Amount of data, mean, median and std</a:t>
            </a:r>
            <a:endParaRPr lang="en-ID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968D2AD-3D0E-4847-8FA9-994B21655B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081" y="2233612"/>
            <a:ext cx="11515725" cy="2390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0203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4. Maximum and Minimum of the “Price”</a:t>
            </a:r>
            <a:endParaRPr lang="en-ID" dirty="0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154F645A-C738-48F3-8977-00B93C7BC94D}"/>
              </a:ext>
            </a:extLst>
          </p:cNvPr>
          <p:cNvSpPr txBox="1">
            <a:spLocks/>
          </p:cNvSpPr>
          <p:nvPr/>
        </p:nvSpPr>
        <p:spPr>
          <a:xfrm>
            <a:off x="1097280" y="2094987"/>
            <a:ext cx="4496028" cy="2055467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2500"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en-US" dirty="0"/>
              <a:t>Max Price = </a:t>
            </a:r>
            <a:r>
              <a:rPr lang="en-US" dirty="0">
                <a:highlight>
                  <a:srgbClr val="FFFF00"/>
                </a:highlight>
              </a:rPr>
              <a:t>10000</a:t>
            </a:r>
            <a:br>
              <a:rPr lang="en-US" dirty="0"/>
            </a:br>
            <a:r>
              <a:rPr lang="en-US" dirty="0"/>
              <a:t>Min Price =  </a:t>
            </a:r>
            <a:r>
              <a:rPr lang="en-US" dirty="0">
                <a:highlight>
                  <a:srgbClr val="FF0000"/>
                </a:highlight>
              </a:rPr>
              <a:t>0</a:t>
            </a:r>
            <a:endParaRPr lang="en-ID" dirty="0">
              <a:highlight>
                <a:srgbClr val="FF0000"/>
              </a:highlight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5398626-7CCC-4FD9-A5ED-B3B571C0828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4365632"/>
            <a:ext cx="3004260" cy="114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06569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5. Handling missing value</a:t>
            </a:r>
            <a:endParaRPr lang="en-ID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1DF8B01D-652C-447B-9D54-29C309E8E1B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46245" y="2073242"/>
            <a:ext cx="3760470" cy="369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85800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5. Handling missing value</a:t>
            </a:r>
            <a:endParaRPr lang="en-ID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CBF911-C1CE-462A-80BA-A1A28A86C5AB}"/>
              </a:ext>
            </a:extLst>
          </p:cNvPr>
          <p:cNvSpPr txBox="1">
            <a:spLocks/>
          </p:cNvSpPr>
          <p:nvPr/>
        </p:nvSpPr>
        <p:spPr>
          <a:xfrm>
            <a:off x="5342766" y="1467337"/>
            <a:ext cx="6326069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algn="just"/>
            <a:r>
              <a:rPr lang="en-US" sz="2800" dirty="0"/>
              <a:t>First, drop missing value of the Columns that contains Non - Logical Value</a:t>
            </a:r>
            <a:endParaRPr lang="en-ID" sz="2800" dirty="0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B57CEA44-B95A-4840-A439-0C599441DFE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10065"/>
          <a:stretch/>
        </p:blipFill>
        <p:spPr>
          <a:xfrm>
            <a:off x="1097280" y="2054192"/>
            <a:ext cx="4047926" cy="3749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7440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9004" y="299101"/>
            <a:ext cx="10058400" cy="1012236"/>
          </a:xfrm>
        </p:spPr>
        <p:txBody>
          <a:bodyPr/>
          <a:lstStyle/>
          <a:p>
            <a:pPr algn="ctr"/>
            <a:r>
              <a:rPr lang="en-US" dirty="0"/>
              <a:t>5. Handling missing value</a:t>
            </a:r>
            <a:endParaRPr lang="en-ID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CBF911-C1CE-462A-80BA-A1A28A86C5AB}"/>
              </a:ext>
            </a:extLst>
          </p:cNvPr>
          <p:cNvSpPr txBox="1">
            <a:spLocks/>
          </p:cNvSpPr>
          <p:nvPr/>
        </p:nvSpPr>
        <p:spPr>
          <a:xfrm>
            <a:off x="5839877" y="1322040"/>
            <a:ext cx="5972175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noProof="1"/>
              <a:t>Second, Fill the missing value in last_review with the most common date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E78FE8A-FC97-4EAB-8A22-C4B78A6D18C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3219" y="1928544"/>
            <a:ext cx="4881404" cy="40227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6FC754E-1A70-406A-8CD6-8696C08E9A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39877" y="2812588"/>
            <a:ext cx="5972175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78400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id-ID"/>
              <a:t>5. Handling missing value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F4CBF911-C1CE-462A-80BA-A1A28A86C5AB}"/>
              </a:ext>
            </a:extLst>
          </p:cNvPr>
          <p:cNvSpPr txBox="1">
            <a:spLocks/>
          </p:cNvSpPr>
          <p:nvPr/>
        </p:nvSpPr>
        <p:spPr>
          <a:xfrm>
            <a:off x="1097280" y="1737360"/>
            <a:ext cx="6326069" cy="98011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id-ID" sz="2800"/>
              <a:t>Third, Fill the missing value in reviews_per_month with the mean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AEEDBB3B-FC0D-407F-9E34-2094EE9405B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97280" y="2859207"/>
            <a:ext cx="6924675" cy="3152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91923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4400" dirty="0"/>
              <a:t>6. Make category based on the price: Cheap, Medium, and Expensive</a:t>
            </a:r>
            <a:endParaRPr lang="en-ID" sz="4400" dirty="0"/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03530B76-7560-4922-B466-7EFA40A7A85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550244" y="1970054"/>
            <a:ext cx="7091511" cy="3339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9706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66800" y="0"/>
            <a:ext cx="10058400" cy="1450757"/>
          </a:xfrm>
        </p:spPr>
        <p:txBody>
          <a:bodyPr>
            <a:normAutofit/>
          </a:bodyPr>
          <a:lstStyle/>
          <a:p>
            <a:pPr algn="ctr"/>
            <a:r>
              <a:rPr lang="en-US" sz="4400" dirty="0"/>
              <a:t>6. Make category based on the price: Cheap, Medium, and Expensive</a:t>
            </a:r>
            <a:endParaRPr lang="en-ID" sz="4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61ECC5B-4390-47D7-867A-CBB201C3606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1317" y="1450757"/>
            <a:ext cx="8989366" cy="48265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80344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802" y="514522"/>
            <a:ext cx="10058400" cy="768369"/>
          </a:xfrm>
        </p:spPr>
        <p:txBody>
          <a:bodyPr>
            <a:normAutofit/>
          </a:bodyPr>
          <a:lstStyle/>
          <a:p>
            <a:pPr algn="ctr"/>
            <a:r>
              <a:rPr lang="en-US" sz="3600" noProof="1"/>
              <a:t>7. </a:t>
            </a:r>
            <a:r>
              <a:rPr lang="en-US" sz="4000" noProof="1"/>
              <a:t>Filter all data which has “last_review in” &gt; 2019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9683C1CE-71A3-45B6-B93C-59BAD205A7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00056" y="1282891"/>
            <a:ext cx="10431142" cy="502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46674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7A7D-9B4B-48E6-849D-B2BD78CC2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0802" y="514522"/>
            <a:ext cx="10058400" cy="768369"/>
          </a:xfrm>
        </p:spPr>
        <p:txBody>
          <a:bodyPr>
            <a:normAutofit fontScale="90000"/>
          </a:bodyPr>
          <a:lstStyle/>
          <a:p>
            <a:pPr algn="ctr"/>
            <a:r>
              <a:rPr lang="en-US" sz="3600" noProof="1"/>
              <a:t>8. Visualize the price to compare the price of available rooms</a:t>
            </a:r>
            <a:endParaRPr lang="en-US" sz="4000" noProof="1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A7A1C19D-C408-4F40-949D-6D12A48F09C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955" y="1838878"/>
            <a:ext cx="5573639" cy="3715759"/>
          </a:xfr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9311530-9B3D-4AB3-9161-92478919B0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46594" y="1896770"/>
            <a:ext cx="5399965" cy="3599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18667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ppt/theme/theme2.xml><?xml version="1.0" encoding="utf-8"?>
<a:theme xmlns:a="http://schemas.openxmlformats.org/drawingml/2006/main" name="1_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195</TotalTime>
  <Words>218</Words>
  <Application>Microsoft Office PowerPoint</Application>
  <PresentationFormat>Widescreen</PresentationFormat>
  <Paragraphs>28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Retrospect</vt:lpstr>
      <vt:lpstr>1_Retrospect</vt:lpstr>
      <vt:lpstr>AI Mentorship Intermediate Python</vt:lpstr>
      <vt:lpstr>DATASET A</vt:lpstr>
      <vt:lpstr>1. What inside this “Airbnb” dataset ?</vt:lpstr>
      <vt:lpstr>2. Properties in each column </vt:lpstr>
      <vt:lpstr>3. Amount of data, mean, median and std</vt:lpstr>
      <vt:lpstr>4. Maximum and Minimum of the “Price”</vt:lpstr>
      <vt:lpstr>5. Handling missing value</vt:lpstr>
      <vt:lpstr>5. Handling missing value</vt:lpstr>
      <vt:lpstr>5. Handling missing value</vt:lpstr>
      <vt:lpstr>5. Handling missing value</vt:lpstr>
      <vt:lpstr>6. Make category based on the price: Cheap, Medium, and Expensive</vt:lpstr>
      <vt:lpstr>6. Make category based on the price: Cheap, Medium, and Expensive</vt:lpstr>
      <vt:lpstr>7. Filter all data which has “last_review in” &gt; 2019</vt:lpstr>
      <vt:lpstr>8. Visualize the price to compare the price of available rooms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Mentorship Intermediate Python</dc:title>
  <dc:creator>Rofalon Geous</dc:creator>
  <cp:lastModifiedBy>Rofalon Geous</cp:lastModifiedBy>
  <cp:revision>22</cp:revision>
  <dcterms:created xsi:type="dcterms:W3CDTF">2021-03-07T06:28:29Z</dcterms:created>
  <dcterms:modified xsi:type="dcterms:W3CDTF">2021-03-07T09:44:26Z</dcterms:modified>
</cp:coreProperties>
</file>